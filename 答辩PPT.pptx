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硕士学位论文答辩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931920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99999"/>
                </a:solidFill>
                <a:latin typeface="Arial"/>
              </a:rPr>
              <a:t>硕士学位论文答辩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AUTHORS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Arial"/>
              </a:rPr>
              <a:t>答辩人：杨婧雯
指导老师：裴昶华　　企业导师：陈斌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530352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  <a:latin typeface="Arial"/>
              </a:rPr>
              <a:t>INSTITUTION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532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1A1A"/>
                </a:solidFill>
                <a:latin typeface="Arial"/>
              </a:rPr>
              <a:t>中国科学院大学  计算机网络信息中心 · 2026年5月6日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01/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Arial"/>
              </a:rPr>
              <a:t>PART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Arial"/>
              </a:rPr>
              <a:t>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Arial"/>
              </a:rPr>
              <a:t>分布式集群异常检测的挑战与本文切入点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4480560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02/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背景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分布式集群异常检测面临负载波动与阈值依赖双重挑战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分布式集群（Hadoop、K8s）是云计算核心基础设施，节点故障直接影响业务连续性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负载相关指标（如RPC连接数）正常范围随全局负载无规律波动，难以定义"正常"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固定阈值适应性差；深度学习方法在高负载时易将正常升高误判为异常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运维经验启发：负载均衡下各节点行为高度相似，偏离群体模式者更可能异常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03/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背景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本文引入节点维度，构建"时间×指标×节点"三维分析范式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Arial"/>
              </a:rPr>
              <a:t>现有方法（时间×指标）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Arial"/>
              </a:rPr>
              <a:t>现有方法（时间×指标）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仅分析时间和指标两个维度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学习单节点历史"正常模式"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负载波动频繁时误报率高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依赖大量标注数据调优阈值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645920"/>
            <a:ext cx="12700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Arial"/>
              </a:rPr>
              <a:t>本文方法（+节点维度）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Arial"/>
              </a:rPr>
              <a:t>本文方法（+节点维度）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新增节点维度，利用群体一致性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对比节点间行为差异判断异常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无需定义绝对"正常范围"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基于极值理论自适应确定阈值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04/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贡献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本文围绕三个场景提出从算法到系统的完整解决方案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① CSAD-AT算法：多视角曲线相似性评分 + I-SPOT自适应阈值 → 单指标场景 F1 = 0.9864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② NSFusion框架：数值 + 形状双视角融合 → 多指标场景 Acc@5 = 83.81%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③ 检测与监控系统：四层架构，常态化自动巡检 + 三级告警机制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05/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Arial"/>
              </a:rPr>
              <a:t>PART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Arial"/>
              </a:rPr>
              <a:t>论文主体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Arial"/>
              </a:rPr>
              <a:t>CSAD-AT · NSFusion · 检测系统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4480560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06/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框架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研究从单指标到多指标逐步推进，最终落地为完整系统</a:t>
            </a:r>
          </a:p>
        </p:txBody>
      </p:sp>
      <p:pic>
        <p:nvPicPr>
          <p:cNvPr id="4" name="Picture 3" descr="research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9950" y="1645920"/>
            <a:ext cx="640162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论文研究内容框架图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07/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数据集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联通YARN集群数据揭示"正常聚集、异常离群"的行为规律</a:t>
            </a:r>
          </a:p>
        </p:txBody>
      </p:sp>
      <p:pic>
        <p:nvPicPr>
          <p:cNvPr id="4" name="Picture 3" descr="dataset_anomaly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76677"/>
            <a:ext cx="5303520" cy="21789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来源：联通大数据YARN生产集群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指标：RPC Router连接数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训练集30天 + 测试集8天，30节点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异常比例7.85%，含105个异常片段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标注：多算法初筛 + 运维专家判读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测试集典型异常片段可视化（红色为异常节点）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08/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基线评估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六种主流多元时序检测算法在本场景F1均低于0.70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MAD-GAN表现最优，F1仅0.6891；TranAD精确率0.89但召回率仅0.39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根本原因：这些方法学习单节点历史模式，无法应对负载波动带来的基线漂移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负载均衡类指标的"正常"随全局负载变化，基于历史模式的学习思路失效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基线：TranAD, USAD, OmniAnomaly, GDN, MAD-GAN, MTAD-GAT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09/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曲线相似性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基于曲线相似性的三种方法最优参数下F1均超过0.96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欧氏距离：数值空间直接度量节点间差异，F1 = 0.9741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自编码器嵌入：深度特征空间度量曲线形态差异，F1 = 0.9691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DBSCAN密度偏离：局部密度视角识别孤立节点，F1 = 0.9632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核心思想：对比节点间行为差异，而非学习绝对正常模式 → 对比基线提升超30%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10/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问题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阈值"悬崖效应"：参数微调2.8%即导致F1骤降至零</a:t>
            </a:r>
          </a:p>
        </p:txBody>
      </p:sp>
      <p:pic>
        <p:nvPicPr>
          <p:cNvPr id="4" name="Picture 3" descr="threshold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79442"/>
            <a:ext cx="5303520" cy="15734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最优阈值处于极窄区间内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阈值3.6→3.8，F1从0.97跌至0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不同集群最优阈值不可复用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人工调参需大量标注数据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→ 亟需自适应阈值机制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三种方法F1随阈值变化的折线图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11/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CSAD-AT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CSAD-AT整合多视角评分、归一化聚合与I-SPOT自适应阈值</a:t>
            </a:r>
          </a:p>
        </p:txBody>
      </p:sp>
      <p:pic>
        <p:nvPicPr>
          <p:cNvPr id="4" name="Picture 3" descr="image4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65477"/>
            <a:ext cx="9418320" cy="26928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CSAD-AT算法整体架构：多视角评分 → 归一化聚合 → I-SPOT阈值检测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12/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I-SPOT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I-SPOT包容性更新策略解决经典SPOT的阈值衰减问题</a:t>
            </a:r>
          </a:p>
        </p:txBody>
      </p:sp>
      <p:pic>
        <p:nvPicPr>
          <p:cNvPr id="4" name="Picture 3" descr="spot_vs_ispot_fu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18659"/>
            <a:ext cx="5303520" cy="26950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经典SPOT：排除超阈值数据→数据池收缩→阈值衰减→误报螺旋（P=0.32）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I-SPOT改进：所有数据纳入FIFO池 + 周期性GPD重估 → 阈值稳定（P=1.00）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F1：0.4870 → 0.9864，提升约50个百分点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经典SPOT（上）阈值持续下降；I-SPOT（下）阈值保持稳定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13/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结果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CSAD-AT无需人工调参，F1达0.9864，全面超越对比方法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CSAD-AT：P = 1.0000，R = 0.9732，F1 = 0.9864（无人工阈值）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优于最优单方法（欧氏距离 + 最优阈值，F1 = 0.9741）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优于经典SPOT组合（F1 = 0.4870，因阈值衰减导致大量误报）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消融实验证实三种视角互补：融合后召回率从0.92提升至0.97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14/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多指标挑战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多指标场景带来算法效率约束与异常异质性双重新挑战</a:t>
            </a:r>
          </a:p>
        </p:txBody>
      </p:sp>
      <p:pic>
        <p:nvPicPr>
          <p:cNvPr id="4" name="Picture 3" descr="multi_metric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34282"/>
            <a:ext cx="5303520" cy="16637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数据规模：10+指标 × 500~700节点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自编码器需逐指标训练，效率瓶颈突出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不同指标对同一故障敏感度差异大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→ 需要轻量化 + 多视角互补的新方案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GPU集群故障案例：左为核心异常指标，右为弱相关指标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15/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NSFUSION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NSFusion从数值幅度和曲线形态两个互补视角进行检测</a:t>
            </a:r>
          </a:p>
        </p:txBody>
      </p:sp>
      <p:pic>
        <p:nvPicPr>
          <p:cNvPr id="4" name="Picture 3" descr="multi_metric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83897"/>
            <a:ext cx="9418320" cy="2655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NSFusion算法框架：数值特征检测 + FR-SAX形状特征检测 → 加权融合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16/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FR-SAX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FR-SAX保留全分辨率并采用严格距离计算，增强形态敏感性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Arial"/>
              </a:rPr>
              <a:t>传统SAX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Arial"/>
              </a:rPr>
              <a:t>传统SAX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分段聚合降维 → 丢失细节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相邻符号距离 = 0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忽略微小的形态偏差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适合通用相似性搜索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645920"/>
            <a:ext cx="12700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Arial"/>
              </a:rPr>
              <a:t>FR-SAX（本文改进）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Arial"/>
              </a:rPr>
              <a:t>FR-SAX（本文改进）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取消分段聚合 → 全分辨率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符号不同即计算实际距离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捕捉细粒度形态异常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无需训练，计算高效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17/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结果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NSFusion融合方法Acc@5=83.81%，定位精度优于所有对比方法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NSFusion融合：Acc@5 = 0.8381，Avg Rank = 1.18（最优）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马氏距离基线：Acc@5 = 0.4532（高维协方差估计不准）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CVAE基线：Acc@5 = 0.8376，Avg Rank = 1.46（需预训练，定位精度较低）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NSFusion优势：无需训练、仅需CPU、可解释性强、即插即用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测试集：105个真实GPU集群故障案例，覆盖GPU/网络/PCIe/NCCL等故障类型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18/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系统 ·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四层架构系统实现从数据采集到告警通知的完整监控闭环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73454"/>
            <a:ext cx="5303520" cy="31854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四层：用户层 + 应用层 + 算法层 + 数据层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集成CSAD-AT和NSFusion双检测引擎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APScheduler定时巡检 + 三级告警机制</a:t>
            </a:r>
          </a:p>
          <a:p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1A1A"/>
                </a:solidFill>
                <a:latin typeface="Arial"/>
              </a:rPr>
              <a:t>对接Prometheus，单次巡检约20秒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集群节点异常检测系统总体架构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19/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Arial"/>
              </a:rPr>
              <a:t>PART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Arial"/>
              </a:rPr>
              <a:t>评阅专家意见应答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Arial"/>
              </a:rPr>
              <a:t>三位评阅专家意见及修改情况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4480560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20/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学术意见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三位专家的主要学术意见均已逐一修改落实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【专家一】第五章缺少系统框架图 → 新增系统总述段落及图5-1架构图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【专家二】DBSCAN与LOF设计演进关系不清 → 补充从离散标签到连续评分的动机说明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【专家二】第四章缺少同类型基线对比 → 补充CVAE深度生成模型作为基线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【专家三】章标题未体现"时序"概念 → 修改第三、四章标题，与论文大题目呼应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21/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规范意见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格式规范与写作问题已全文排查并系统性修正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AI写作痕迹：清理8处程式化过渡词，重写对仗式评述和过度拔高用语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图片规范：统一全文图片字体大小和加粗样式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过短段落：合并四个章节中的单句独立成段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公式标点：规范12处公式的标点与后续文本缩进关系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摘要用词："基于多元时序曲线相似性"修正为与论文标题一致的表述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22/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Arial"/>
              </a:rPr>
              <a:t>PART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Arial"/>
              </a:rP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Arial"/>
              </a:rPr>
              <a:t>主要贡献与未来研究方向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4480560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23/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三项贡献构建了从算法到系统的完整异常检测方案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① CSAD-AT：多视角曲线相似性 + I-SPOT自适应阈值 → 单指标场景 F1 = 0.9864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② NSFusion：数值 + 形状双视角融合 → 多指标场景 Acc@5 = 83.81%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③ 完整检测系统：常态化巡检 + 多级告警，端到端20秒完成检测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未来方向：(1) 异构集群与节点拓扑感知  (2) 在线增量学习与概念漂移适应  (3) 异常根因分析与智能运维闭环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30352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24/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Arial"/>
              </a:rPr>
              <a:t>PART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Arial"/>
              </a:rPr>
              <a:t>课程学习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Arial"/>
              </a:rPr>
              <a:t>（待补充课程信息）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4480560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25/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课程学习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课程学习情况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（请补充：课程名称、成绩、学分等信息）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26/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Arial"/>
              </a:rPr>
              <a:t>PART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Arial"/>
              </a:rPr>
              <a:t>参与项目及发表论文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Arial"/>
              </a:rPr>
              <a:t>（待补充科研成果）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4480560"/>
            <a:ext cx="73152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27/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科研成果 ·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参与项目及发表论文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（请补充：参与的科研项目名称及角色）</a:t>
            </a:r>
          </a:p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（请补充：已发表或投稿的论文信息）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28/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Arial"/>
              </a:rPr>
              <a:t>致谢 ·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Arial"/>
              </a:rPr>
              <a:t>致谢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None/>
            </a:pPr>
            <a:r>
              <a:rPr sz="1800" b="0">
                <a:solidFill>
                  <a:srgbClr val="1A1A1A"/>
                </a:solidFill>
                <a:latin typeface="Arial"/>
              </a:rPr>
              <a:t>（请补充致谢内容）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2700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Arial"/>
              </a:rPr>
              <a:t>基于多元时序的分布式集群异常检测研究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Arial"/>
              </a:rPr>
              <a:t>29/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